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7" r:id="rId3"/>
    <p:sldId id="258" r:id="rId4"/>
    <p:sldId id="260" r:id="rId5"/>
    <p:sldId id="259" r:id="rId6"/>
    <p:sldId id="283" r:id="rId7"/>
    <p:sldId id="284" r:id="rId8"/>
    <p:sldId id="269" r:id="rId9"/>
    <p:sldId id="261" r:id="rId10"/>
    <p:sldId id="271" r:id="rId11"/>
    <p:sldId id="272" r:id="rId12"/>
    <p:sldId id="279" r:id="rId13"/>
    <p:sldId id="273" r:id="rId14"/>
    <p:sldId id="274" r:id="rId15"/>
    <p:sldId id="280" r:id="rId16"/>
    <p:sldId id="263" r:id="rId17"/>
    <p:sldId id="282" r:id="rId18"/>
    <p:sldId id="281" r:id="rId19"/>
    <p:sldId id="275" r:id="rId20"/>
    <p:sldId id="264" r:id="rId21"/>
    <p:sldId id="277" r:id="rId22"/>
    <p:sldId id="276" r:id="rId23"/>
    <p:sldId id="278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5EA8C-31D8-4AE2-B882-84C84F479477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5670-D3F4-45C7-B985-727ECBBC4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4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CD17A-954D-467D-91A5-E7BCAA89A8CF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33BD-E18E-4BE1-9714-EE4282389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8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8F27-B1E0-4579-A0D4-F4DE761D87B0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4A030-EF6A-4762-B30C-DE8655F57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3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9A495-73A6-4F65-8AAC-5D89FFE343E7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087B-68C8-47F2-B5D0-EF32CB23F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2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90D62-48B1-4815-B83E-6D1A5DC794AF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7330-42CC-42AC-87F9-5A3675C69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7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9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B2D8-3E52-4F62-9DC4-54C38533946B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0D651-56A8-4CE0-9D94-65BDDFDEB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5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0D5C-5BFF-46B6-BA99-36AC4468BF79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8457-8BC5-42F4-9665-36B7DF8528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9CFCE-761F-40B2-848A-CB9D594FBAFC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0734B-61FB-498A-8F45-B91ADB2749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7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76BE-1A06-47CE-A4A2-6C5C1D1C326F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F1DD-6A4D-4A6A-9723-33B3A792EB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D721-3603-4DC2-ACAB-C8C719AFE1B1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DAF-319D-456B-AC92-51897CFD44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8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0E64A2-E0A4-4DC6-9829-7CF64BBF5B65}" type="datetimeFigureOut">
              <a:rPr lang="en-US"/>
              <a:pPr>
                <a:defRPr/>
              </a:pPr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01495-F694-4C46-966A-5FC739EB7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Dark Army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dirty="0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eaLnBrk="1" hangingPunct="1"/>
            <a:r>
              <a:rPr lang="en-US" sz="2800" dirty="0"/>
              <a:t>Opportunity &amp; Stakeholders </a:t>
            </a:r>
          </a:p>
          <a:p>
            <a:pPr eaLnBrk="1" hangingPunct="1"/>
            <a:r>
              <a:rPr lang="en-US" sz="2800" dirty="0"/>
              <a:t>Literature Review</a:t>
            </a:r>
          </a:p>
          <a:p>
            <a:pPr eaLnBrk="1" hangingPunct="1"/>
            <a:r>
              <a:rPr lang="en-US" sz="2800" dirty="0"/>
              <a:t>Problem Statement</a:t>
            </a:r>
          </a:p>
          <a:p>
            <a:pPr eaLnBrk="1" hangingPunct="1"/>
            <a:r>
              <a:rPr lang="en-US" sz="2800" dirty="0"/>
              <a:t>Solution</a:t>
            </a:r>
          </a:p>
          <a:p>
            <a:pPr eaLnBrk="1" hangingPunct="1"/>
            <a:r>
              <a:rPr lang="en-US" sz="2800" dirty="0"/>
              <a:t>Progress Report Summary</a:t>
            </a:r>
          </a:p>
          <a:p>
            <a:pPr lvl="1" eaLnBrk="1" hangingPunct="1"/>
            <a:r>
              <a:rPr lang="en-US" sz="2400" dirty="0"/>
              <a:t>Requirements</a:t>
            </a:r>
          </a:p>
          <a:p>
            <a:pPr lvl="1" eaLnBrk="1" hangingPunct="1"/>
            <a:r>
              <a:rPr lang="en-US" sz="2400" dirty="0"/>
              <a:t>Software System (Design + Implementation + Testing)</a:t>
            </a:r>
          </a:p>
          <a:p>
            <a:pPr lvl="1" eaLnBrk="1" hangingPunct="1"/>
            <a:r>
              <a:rPr lang="en-US" sz="2400" dirty="0"/>
              <a:t>Endeavour (Team + Work + Way of Working)</a:t>
            </a:r>
          </a:p>
          <a:p>
            <a:pPr eaLnBrk="1" hangingPunct="1"/>
            <a:r>
              <a:rPr lang="en-US" sz="2800" dirty="0"/>
              <a:t>Next Steps</a:t>
            </a:r>
          </a:p>
          <a:p>
            <a:pPr eaLnBrk="1" hangingPunct="1"/>
            <a:r>
              <a:rPr lang="en-US" sz="2800" dirty="0"/>
              <a:t>Prototype /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Literature Review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2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7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PROGRESS REPORT</a:t>
            </a:r>
            <a:br>
              <a:rPr lang="en-US" dirty="0"/>
            </a:br>
            <a:r>
              <a:rPr lang="en-US" dirty="0"/>
              <a:t>Summary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Elicitation Techniques / Tools</a:t>
            </a:r>
          </a:p>
          <a:p>
            <a:pPr lvl="1"/>
            <a:r>
              <a:rPr lang="en-US" dirty="0"/>
              <a:t>???</a:t>
            </a:r>
          </a:p>
          <a:p>
            <a:r>
              <a:rPr lang="en-US" dirty="0"/>
              <a:t>Specification / Documentation</a:t>
            </a:r>
          </a:p>
          <a:p>
            <a:pPr lvl="1"/>
            <a:r>
              <a:rPr lang="en-US" dirty="0"/>
              <a:t>???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8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Different Users</a:t>
            </a:r>
          </a:p>
          <a:p>
            <a:pPr lvl="1"/>
            <a:r>
              <a:rPr lang="en-US" dirty="0"/>
              <a:t>???</a:t>
            </a:r>
          </a:p>
          <a:p>
            <a:r>
              <a:rPr lang="en-US" dirty="0"/>
              <a:t>Use Cases / User Stories: ???</a:t>
            </a:r>
          </a:p>
          <a:p>
            <a:r>
              <a:rPr lang="en-US" dirty="0"/>
              <a:t>Functional &amp; Non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6917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Deployment Diagram Representing  Hardware/Software Components in your System</a:t>
            </a:r>
          </a:p>
        </p:txBody>
      </p:sp>
    </p:spTree>
    <p:extLst>
      <p:ext uri="{BB962C8B-B14F-4D97-AF65-F5344CB8AC3E}">
        <p14:creationId xmlns:p14="http://schemas.microsoft.com/office/powerpoint/2010/main" val="3453986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Design</a:t>
            </a:r>
          </a:p>
          <a:p>
            <a:pPr lvl="1"/>
            <a:r>
              <a:rPr lang="en-US" dirty="0"/>
              <a:t>UML Diagrams</a:t>
            </a:r>
          </a:p>
          <a:p>
            <a:pPr lvl="1"/>
            <a:r>
              <a:rPr lang="en-US" dirty="0"/>
              <a:t>ERD (if DB used)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923985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Development Tools &amp; Technologies</a:t>
            </a:r>
          </a:p>
          <a:p>
            <a:r>
              <a:rPr lang="en-US" dirty="0"/>
              <a:t>List Best Practices / Coding Standards</a:t>
            </a:r>
          </a:p>
          <a:p>
            <a:r>
              <a:rPr lang="en-US" dirty="0"/>
              <a:t>List Libraries / Components / Web Services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90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???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19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Endeavour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Endeavour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roles of your team members</a:t>
            </a:r>
          </a:p>
          <a:p>
            <a:r>
              <a:rPr lang="en-US" dirty="0"/>
              <a:t>Describe your software development process</a:t>
            </a:r>
          </a:p>
          <a:p>
            <a:r>
              <a:rPr lang="en-US" dirty="0"/>
              <a:t>Describe your way of working as a team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6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NEXT STEPS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9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Work Breakdown Structure</a:t>
            </a:r>
            <a:br>
              <a:rPr lang="en-US" dirty="0"/>
            </a:br>
            <a:r>
              <a:rPr lang="en-US" sz="1400" dirty="0"/>
              <a:t>(List of all Deliverables / Strikethrough Completed Deliverables)</a:t>
            </a:r>
            <a:endParaRPr lang="en-US" dirty="0"/>
          </a:p>
        </p:txBody>
      </p:sp>
      <p:sp>
        <p:nvSpPr>
          <p:cNvPr id="8195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Major Deliverable 1</a:t>
            </a:r>
          </a:p>
          <a:p>
            <a:pPr lvl="1" eaLnBrk="1" hangingPunct="1"/>
            <a:r>
              <a:rPr lang="en-US" sz="2000" strike="sngStrike" dirty="0"/>
              <a:t>Sub Deliverable 1 of 1</a:t>
            </a:r>
          </a:p>
          <a:p>
            <a:pPr lvl="1" eaLnBrk="1" hangingPunct="1"/>
            <a:r>
              <a:rPr lang="en-US" sz="2000" dirty="0"/>
              <a:t>Sub Deliverable 2 of 1</a:t>
            </a:r>
          </a:p>
          <a:p>
            <a:pPr lvl="1" eaLnBrk="1" hangingPunct="1"/>
            <a:r>
              <a:rPr lang="en-US" sz="2000" dirty="0"/>
              <a:t>Sub Deliverable 3 of 1</a:t>
            </a:r>
          </a:p>
          <a:p>
            <a:pPr lvl="1" eaLnBrk="1" hangingPunct="1"/>
            <a:r>
              <a:rPr lang="en-US" sz="2000" dirty="0"/>
              <a:t>. . .</a:t>
            </a:r>
          </a:p>
          <a:p>
            <a:pPr eaLnBrk="1" hangingPunct="1"/>
            <a:r>
              <a:rPr lang="en-US" sz="2400" dirty="0"/>
              <a:t>Major Deliverable 2</a:t>
            </a:r>
          </a:p>
          <a:p>
            <a:pPr lvl="1" eaLnBrk="1" hangingPunct="1"/>
            <a:r>
              <a:rPr lang="en-US" sz="2000" dirty="0"/>
              <a:t>Sub Deliverable 1 of 2</a:t>
            </a:r>
          </a:p>
          <a:p>
            <a:pPr lvl="1" eaLnBrk="1" hangingPunct="1"/>
            <a:r>
              <a:rPr lang="en-US" sz="2000" dirty="0"/>
              <a:t>Sub Deliverable 2 of 2</a:t>
            </a:r>
          </a:p>
          <a:p>
            <a:pPr lvl="1" eaLnBrk="1" hangingPunct="1"/>
            <a:r>
              <a:rPr lang="en-US" sz="2000" dirty="0"/>
              <a:t>. . .</a:t>
            </a:r>
          </a:p>
          <a:p>
            <a:pPr eaLnBrk="1" hangingPunct="1"/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Major Deliverable 3</a:t>
            </a:r>
          </a:p>
          <a:p>
            <a:pPr lvl="1" eaLnBrk="1" hangingPunct="1"/>
            <a:r>
              <a:rPr lang="en-US" sz="2000" dirty="0"/>
              <a:t>Sub Deliverable 1 of 3</a:t>
            </a:r>
          </a:p>
          <a:p>
            <a:pPr lvl="1" eaLnBrk="1" hangingPunct="1"/>
            <a:r>
              <a:rPr lang="en-US" sz="2000" dirty="0"/>
              <a:t>Sub Deliverable 2 of 3</a:t>
            </a:r>
          </a:p>
          <a:p>
            <a:pPr lvl="1" eaLnBrk="1" hangingPunct="1"/>
            <a:r>
              <a:rPr lang="en-US" sz="2000" dirty="0"/>
              <a:t>Sub Deliverable 3 of 3</a:t>
            </a:r>
          </a:p>
          <a:p>
            <a:pPr lvl="1" eaLnBrk="1" hangingPunct="1"/>
            <a:r>
              <a:rPr lang="en-US" sz="2000" dirty="0"/>
              <a:t>. . .</a:t>
            </a:r>
          </a:p>
          <a:p>
            <a:pPr eaLnBrk="1" hangingPunct="1"/>
            <a:r>
              <a:rPr lang="en-US" sz="2400" dirty="0"/>
              <a:t>Major Deliverable 4</a:t>
            </a:r>
          </a:p>
          <a:p>
            <a:pPr eaLnBrk="1" hangingPunct="1"/>
            <a:r>
              <a:rPr lang="en-US" sz="240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78138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Challenges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Prototype &amp; Report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13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10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Report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1: Introduction</a:t>
            </a:r>
          </a:p>
          <a:p>
            <a:pPr eaLnBrk="1" hangingPunct="1"/>
            <a:r>
              <a:rPr lang="en-US" dirty="0"/>
              <a:t>Chapter 2: Literature / Market Survey</a:t>
            </a:r>
          </a:p>
          <a:p>
            <a:pPr eaLnBrk="1" hangingPunct="1"/>
            <a:r>
              <a:rPr lang="en-US" dirty="0"/>
              <a:t>Chapter 3: Requirement Analysis</a:t>
            </a:r>
          </a:p>
          <a:p>
            <a:pPr eaLnBrk="1" hangingPunct="1"/>
            <a:r>
              <a:rPr lang="en-US" dirty="0"/>
              <a:t>Chapter 4: System Design</a:t>
            </a:r>
          </a:p>
          <a:p>
            <a:pPr eaLnBrk="1" hangingPunct="1"/>
            <a:r>
              <a:rPr lang="en-US" dirty="0"/>
              <a:t>Chapter 5: Implementation</a:t>
            </a:r>
          </a:p>
          <a:p>
            <a:pPr eaLnBrk="1" hangingPunct="1"/>
            <a:r>
              <a:rPr lang="en-US" dirty="0"/>
              <a:t>Chapter 6: Testing &amp; Evaluations</a:t>
            </a:r>
          </a:p>
          <a:p>
            <a:pPr eaLnBrk="1" hangingPunct="1"/>
            <a:r>
              <a:rPr lang="en-US" dirty="0"/>
              <a:t>Chapter 7: Conclusion &amp; Outlook</a:t>
            </a:r>
          </a:p>
        </p:txBody>
      </p:sp>
    </p:spTree>
    <p:extLst>
      <p:ext uri="{BB962C8B-B14F-4D97-AF65-F5344CB8AC3E}">
        <p14:creationId xmlns:p14="http://schemas.microsoft.com/office/powerpoint/2010/main" val="402201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Words>301</Words>
  <Application>Microsoft Macintosh PowerPoint</Application>
  <PresentationFormat>On-screen Show (4:3)</PresentationFormat>
  <Paragraphs>81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Final Year Project</vt:lpstr>
      <vt:lpstr>Project Team</vt:lpstr>
      <vt:lpstr>Table of Content</vt:lpstr>
      <vt:lpstr>Opportunity &amp; Stakeholders</vt:lpstr>
      <vt:lpstr>Opportunity &amp; Stakeholders</vt:lpstr>
      <vt:lpstr>Literature Review</vt:lpstr>
      <vt:lpstr>Problem Statement</vt:lpstr>
      <vt:lpstr>Solution</vt:lpstr>
      <vt:lpstr>PROGRESS REPORT Summary</vt:lpstr>
      <vt:lpstr>Requirements</vt:lpstr>
      <vt:lpstr>Requirements</vt:lpstr>
      <vt:lpstr>Design</vt:lpstr>
      <vt:lpstr>Design</vt:lpstr>
      <vt:lpstr>Implementation</vt:lpstr>
      <vt:lpstr>Testing</vt:lpstr>
      <vt:lpstr>Endeavour</vt:lpstr>
      <vt:lpstr>Endeavour</vt:lpstr>
      <vt:lpstr>NEXT STEPS</vt:lpstr>
      <vt:lpstr>Work Breakdown Structure (List of all Deliverables / Strikethrough Completed Deliverables)</vt:lpstr>
      <vt:lpstr>Challenges</vt:lpstr>
      <vt:lpstr>Prototype &amp; Report</vt:lpstr>
      <vt:lpstr>Prototype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Syed Yawar Abbas Zaidi</cp:lastModifiedBy>
  <cp:revision>37</cp:revision>
  <dcterms:created xsi:type="dcterms:W3CDTF">2013-01-22T07:04:44Z</dcterms:created>
  <dcterms:modified xsi:type="dcterms:W3CDTF">2026-08-28T04:33:14Z</dcterms:modified>
</cp:coreProperties>
</file>