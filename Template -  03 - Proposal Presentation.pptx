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  <a:p>
            <a:pPr eaLnBrk="1" hangingPunct="1"/>
            <a:r>
              <a:rPr lang="en-US" dirty="0"/>
              <a:t>Existing Systems</a:t>
            </a:r>
          </a:p>
          <a:p>
            <a:pPr eaLnBrk="1" hangingPunct="1"/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Project Scope</a:t>
            </a:r>
          </a:p>
          <a:p>
            <a:pPr eaLnBrk="1" hangingPunct="1"/>
            <a:r>
              <a:rPr lang="en-US" dirty="0"/>
              <a:t>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CB183-DFC6-D716-9D62-C404C73D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K" sz="4000" b="1" cap="all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K" sz="4000" b="1" cap="all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PK" sz="4000" b="1" cap="all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K" sz="4000" b="1" cap="all" dirty="0">
                <a:latin typeface="+mj-lt"/>
                <a:ea typeface="+mj-ea"/>
                <a:cs typeface="+mj-cs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427122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81C-3739-1F80-4FD6-DC2C2C8E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FB7D-FB22-847C-7725-2234D7062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9674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64</Words>
  <Application>Microsoft Macintosh PowerPoint</Application>
  <PresentationFormat>On-screen Show (4:3)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Final Year Project Proposal</vt:lpstr>
      <vt:lpstr>Project Team</vt:lpstr>
      <vt:lpstr>Table of Content</vt:lpstr>
      <vt:lpstr>Opportunity &amp; Stakeholders</vt:lpstr>
      <vt:lpstr>PowerPoint Presentation</vt:lpstr>
      <vt:lpstr>Existing Systems</vt:lpstr>
      <vt:lpstr>PowerPoint Presentation</vt:lpstr>
      <vt:lpstr>Problem Statement</vt:lpstr>
      <vt:lpstr>PowerPoint Presentation</vt:lpstr>
      <vt:lpstr>Proposed Solution</vt:lpstr>
      <vt:lpstr>PowerPoint Presentation</vt:lpstr>
      <vt:lpstr>Project Scope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Syed Yawar Abbas Zaidi</cp:lastModifiedBy>
  <cp:revision>16</cp:revision>
  <dcterms:created xsi:type="dcterms:W3CDTF">2013-01-22T07:04:44Z</dcterms:created>
  <dcterms:modified xsi:type="dcterms:W3CDTF">2026-08-28T04:32:26Z</dcterms:modified>
</cp:coreProperties>
</file>